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5" autoAdjust="0"/>
    <p:restoredTop sz="72245" autoAdjust="0"/>
  </p:normalViewPr>
  <p:slideViewPr>
    <p:cSldViewPr snapToGrid="0">
      <p:cViewPr>
        <p:scale>
          <a:sx n="50" d="100"/>
          <a:sy n="50" d="100"/>
        </p:scale>
        <p:origin x="3264" y="10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56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BEE8F-585B-4B88-9A9C-4791015253FF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2570-5C55-46EC-88FD-F486B22BD1D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05303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3434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2194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49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735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37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8601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8786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0731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032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265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6922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482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26DD6-0AC6-4828-B544-BB7D0379E5C8}" type="datetimeFigureOut">
              <a:rPr lang="zh-HK" altLang="en-US" smtClean="0"/>
              <a:t>25/08/25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F1F6D-71CC-49AB-A63F-B990D6D2D1E2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9260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D32F92-0DCA-B0F7-E1B5-B70ED8F7DA0A}"/>
              </a:ext>
            </a:extLst>
          </p:cNvPr>
          <p:cNvSpPr/>
          <p:nvPr/>
        </p:nvSpPr>
        <p:spPr>
          <a:xfrm rot="20796875">
            <a:off x="-269671" y="2014429"/>
            <a:ext cx="12731341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03CIT4057 </a:t>
            </a:r>
          </a:p>
          <a:p>
            <a:pPr algn="ctr"/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Introduction to Computer Programming </a:t>
            </a:r>
          </a:p>
          <a:p>
            <a:pPr algn="ctr"/>
            <a:r>
              <a:rPr lang="zh-TW" alt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電腦程式導論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536d96b-9609-4545-b3b8-6b9f94a24c23" xsi:nil="true"/>
    <lcf76f155ced4ddcb4097134ff3c332f xmlns="98bacf80-56b3-4839-9cd6-6a90e68f13d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F1EB559C94EF5744B5FD76946055942A" ma:contentTypeVersion="18" ma:contentTypeDescription="建立新的文件。" ma:contentTypeScope="" ma:versionID="e7915637a0aeb9e7f0bceb7cf6c4eb90">
  <xsd:schema xmlns:xsd="http://www.w3.org/2001/XMLSchema" xmlns:xs="http://www.w3.org/2001/XMLSchema" xmlns:p="http://schemas.microsoft.com/office/2006/metadata/properties" xmlns:ns2="98bacf80-56b3-4839-9cd6-6a90e68f13df" xmlns:ns3="6536d96b-9609-4545-b3b8-6b9f94a24c23" targetNamespace="http://schemas.microsoft.com/office/2006/metadata/properties" ma:root="true" ma:fieldsID="681d6385253e751cd49c6bf3a65fb0f1" ns2:_="" ns3:_="">
    <xsd:import namespace="98bacf80-56b3-4839-9cd6-6a90e68f13df"/>
    <xsd:import namespace="6536d96b-9609-4545-b3b8-6b9f94a24c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bacf80-56b3-4839-9cd6-6a90e68f13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影像標籤" ma:readOnly="false" ma:fieldId="{5cf76f15-5ced-4ddc-b409-7134ff3c332f}" ma:taxonomyMulti="true" ma:sspId="bfe24963-b9ce-448e-a83b-0acb9bf974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36d96b-9609-4545-b3b8-6b9f94a24c23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ac9187b-7624-46b0-b7eb-63890ede954a}" ma:internalName="TaxCatchAll" ma:showField="CatchAllData" ma:web="6536d96b-9609-4545-b3b8-6b9f94a24c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872130-5B36-4538-842C-F4CEEE0B7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8F49D4-3BBB-4951-8B9E-487CAAE611FE}">
  <ds:schemaRefs>
    <ds:schemaRef ds:uri="http://schemas.microsoft.com/office/2006/metadata/properties"/>
    <ds:schemaRef ds:uri="http://schemas.microsoft.com/office/infopath/2007/PartnerControls"/>
    <ds:schemaRef ds:uri="ae377ad0-8b08-404f-b708-0df1ae1618c1"/>
    <ds:schemaRef ds:uri="632b5eb3-98e1-4255-acc1-f7f6914936e6"/>
    <ds:schemaRef ds:uri="6536d96b-9609-4545-b3b8-6b9f94a24c23"/>
    <ds:schemaRef ds:uri="98bacf80-56b3-4839-9cd6-6a90e68f13df"/>
  </ds:schemaRefs>
</ds:datastoreItem>
</file>

<file path=customXml/itemProps3.xml><?xml version="1.0" encoding="utf-8"?>
<ds:datastoreItem xmlns:ds="http://schemas.openxmlformats.org/officeDocument/2006/customXml" ds:itemID="{EEAF307D-BEDB-4EDC-8B09-15E27FDE75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bacf80-56b3-4839-9cd6-6a90e68f13df"/>
    <ds:schemaRef ds:uri="6536d96b-9609-4545-b3b8-6b9f94a24c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165</TotalTime>
  <Words>8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WONG Chuk Wing, Alison</dc:creator>
  <cp:lastModifiedBy>HO CHUN WAH, GARRICK</cp:lastModifiedBy>
  <cp:revision>24</cp:revision>
  <cp:lastPrinted>2025-01-18T02:59:00Z</cp:lastPrinted>
  <dcterms:created xsi:type="dcterms:W3CDTF">2018-02-14T09:01:57Z</dcterms:created>
  <dcterms:modified xsi:type="dcterms:W3CDTF">2025-08-25T12:36:52Z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0x010100F1EB559C94EF5744B5FD76946055942A</vt:lpwstr>
  </property>
  <property fmtid="{D5CDD505-2E9C-101B-9397-08002B2CF9AE}" pid="3" name="MediaServiceImageTags">
    <vt:lpwstr/>
  </property>
</Properties>
</file>